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74287-7858-5817-55B7-60CAE3150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A5B0F-D935-8088-561D-F572FCFBC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4D5AF-789D-C57A-33F3-46FA46845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2658-4935-A048-BFB8-731E677149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CE6D0-20BB-70B0-6740-A483AA8BA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068EB-2BA4-751B-8002-FCCE9054F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40F2E-A853-8D42-A456-C1F63C81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3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8008-126E-9281-1DB4-076A1D2D8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4B17F-3D57-DF48-1E00-8D89BF863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20C2F-B244-C4D9-D786-706663A7E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2658-4935-A048-BFB8-731E677149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5E75A-96A2-0546-40AB-3FD44BB0D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F08D-446E-E81C-6DF1-A79B7482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40F2E-A853-8D42-A456-C1F63C81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6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5F430-E6C2-5E0D-279D-29E7D3AF8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1CA4F-29E7-76B7-7CF3-08DBF9BCE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1FD6D-4320-7456-C62E-F82904F1E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2658-4935-A048-BFB8-731E677149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DBD84-421A-1B34-EB80-29F1D608D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7F358-2D90-AE22-7929-4C6AD460A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40F2E-A853-8D42-A456-C1F63C81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1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E1B54-A9DA-87B4-E1A1-EB579CC76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70F24-1783-A2A9-DBF8-7F211C154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D73C3-238B-BFD5-EF4C-C191DEDBB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EB027-811D-6B4C-DEAD-4E8CC0559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2658-4935-A048-BFB8-731E677149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C0D3A-20B5-EFF5-5EF7-2698D5CB8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F64662-54A0-8325-8468-373F74527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40F2E-A853-8D42-A456-C1F63C81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47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892F3-BC8B-CEDE-06BA-3A6F830E6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5AC5B-2D07-D11C-4A18-896EE1674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491B8-140E-2C5A-0DCA-19D27410C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7EC175-AD89-A1D0-5383-521325A1F4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6D0CC-44CD-7CB3-20C2-AE6ECEA84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278674-E281-79FD-C47D-E9DB6046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2658-4935-A048-BFB8-731E677149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D0A28E-4971-2F35-6C3A-5F8A457E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676FDC-AC07-462E-09C3-2389702F4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40F2E-A853-8D42-A456-C1F63C81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25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57E04-5AF6-C988-7725-E52E7F9B2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230BDE-D3F5-7399-BAAF-BE7F6C9F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2658-4935-A048-BFB8-731E677149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FE0D2F-0112-FFB4-D706-9E3EE7AAB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92DC72-BD96-BF26-9769-CD07B93E9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40F2E-A853-8D42-A456-C1F63C81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3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CB7AD-C310-FFC4-DC83-1C51A6C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2658-4935-A048-BFB8-731E677149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516987-C802-6740-A15F-18065E0D1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886C8-B9D3-9360-C0FF-EE2DFD11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40F2E-A853-8D42-A456-C1F63C81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99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1AA1-ADD3-4DF5-45CA-4D8DF7C4A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43786-8EB0-A621-568C-E6AC46552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83C85-A848-FCEC-6313-0028B29B9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91887-FD92-0F13-1B6C-7571A2C96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2658-4935-A048-BFB8-731E677149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4C21C-ACBC-C37F-8501-C0592F356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73D77-5071-689E-C6E5-2B01DA0D7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40F2E-A853-8D42-A456-C1F63C81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312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BD666-4CE7-1A42-28BF-BB1A4D583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9790F0-2AED-DB88-9B69-8A06B43ADE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35D69-9BFD-59DD-C19A-841F63BD7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E43D4-C899-A376-A4B8-FD2D091D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2658-4935-A048-BFB8-731E677149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A142B-7B89-7E6B-CB52-8625AA2FE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EF886-A295-C238-BA94-ADA7368A5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40F2E-A853-8D42-A456-C1F63C81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40BC0-622C-3F90-7181-18A6C1FFB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6B0D2-585D-BF43-8305-5797A60A7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D6D67-DD95-197E-90DB-ACA69C3DF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2658-4935-A048-BFB8-731E677149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A6229-AE36-1039-54D5-2AFC0975B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423A3-EE98-C69B-141A-1B433B99A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40F2E-A853-8D42-A456-C1F63C81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9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8AAEB8-3B57-4C6D-AC34-D9491BD12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5CDB24-117B-CF06-17ED-2033E2770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3C6D3-3DCC-8F9F-0BC6-1D1F0B5E5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2658-4935-A048-BFB8-731E677149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611B4-66F0-38E3-9115-732F8F42C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0B7A9-9558-1275-A12F-65F404576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40F2E-A853-8D42-A456-C1F63C81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967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7F78D7-EBA7-BBA7-9AE1-B0C7E6D68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6EEF2-5B7C-F3D6-559A-CA1F39586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35F97-FE8D-2CBB-205E-903BB44E2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232658-4935-A048-BFB8-731E677149B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0DF3F-673F-3C91-889C-B10CC9F2AB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90178-63B9-935E-6886-FC37FF2D31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40F2E-A853-8D42-A456-C1F63C81BD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1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36F5C-4E87-92A7-6EBD-041FBAFDC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-3744098" y="365124"/>
            <a:ext cx="1198606" cy="957048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3F3B20-4E55-4221-20FC-30941B9F0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25917"/>
            <a:ext cx="12238074" cy="688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46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Kimora Robinson</dc:creator>
  <cp:lastModifiedBy>Kimora Robinson</cp:lastModifiedBy>
  <cp:revision>2</cp:revision>
  <dcterms:created xsi:type="dcterms:W3CDTF">2026-05-04T15:02:59Z</dcterms:created>
  <dcterms:modified xsi:type="dcterms:W3CDTF">2026-05-04T15:08:20Z</dcterms:modified>
</cp:coreProperties>
</file>